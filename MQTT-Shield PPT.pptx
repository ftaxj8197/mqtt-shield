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4630400" cy="9753600"/>
  <p:notesSz cx="6858000" cy="9144000"/>
  <p:embeddedFontLst>
    <p:embeddedFont>
      <p:font typeface="Canva Sans Bold" charset="1" panose="020B0803030501040103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22907"/>
            <a:ext cx="14630400" cy="8268693"/>
          </a:xfrm>
          <a:custGeom>
            <a:avLst/>
            <a:gdLst/>
            <a:ahLst/>
            <a:cxnLst/>
            <a:rect r="r" b="b" t="t" l="l"/>
            <a:pathLst>
              <a:path h="8268693" w="14630400">
                <a:moveTo>
                  <a:pt x="0" y="0"/>
                </a:moveTo>
                <a:lnTo>
                  <a:pt x="14630400" y="0"/>
                </a:lnTo>
                <a:lnTo>
                  <a:pt x="14630400" y="8268693"/>
                </a:lnTo>
                <a:lnTo>
                  <a:pt x="0" y="82686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7" t="0" r="-23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40154" y="6073532"/>
            <a:ext cx="230540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 Hunters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29652" y="6634536"/>
            <a:ext cx="2277189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MQTT Shield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36017" y="7208576"/>
            <a:ext cx="7949089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urity Analysis and Vulnerability Detection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MQTT-Based IoT Systems (PS10)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048"/>
            <a:ext cx="14630400" cy="9747504"/>
          </a:xfrm>
          <a:custGeom>
            <a:avLst/>
            <a:gdLst/>
            <a:ahLst/>
            <a:cxnLst/>
            <a:rect r="r" b="b" t="t" l="l"/>
            <a:pathLst>
              <a:path h="9747504" w="14630400">
                <a:moveTo>
                  <a:pt x="0" y="0"/>
                </a:moveTo>
                <a:lnTo>
                  <a:pt x="14630400" y="0"/>
                </a:lnTo>
                <a:lnTo>
                  <a:pt x="14630400" y="9747504"/>
                </a:lnTo>
                <a:lnTo>
                  <a:pt x="0" y="97475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048"/>
            <a:ext cx="14634975" cy="9750552"/>
          </a:xfrm>
          <a:custGeom>
            <a:avLst/>
            <a:gdLst/>
            <a:ahLst/>
            <a:cxnLst/>
            <a:rect r="r" b="b" t="t" l="l"/>
            <a:pathLst>
              <a:path h="9750552" w="14634975">
                <a:moveTo>
                  <a:pt x="0" y="0"/>
                </a:moveTo>
                <a:lnTo>
                  <a:pt x="14634975" y="0"/>
                </a:lnTo>
                <a:lnTo>
                  <a:pt x="14634975" y="9750552"/>
                </a:lnTo>
                <a:lnTo>
                  <a:pt x="0" y="9750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630400" cy="9751272"/>
          </a:xfrm>
          <a:custGeom>
            <a:avLst/>
            <a:gdLst/>
            <a:ahLst/>
            <a:cxnLst/>
            <a:rect r="r" b="b" t="t" l="l"/>
            <a:pathLst>
              <a:path h="9751272" w="14630400">
                <a:moveTo>
                  <a:pt x="0" y="0"/>
                </a:moveTo>
                <a:lnTo>
                  <a:pt x="14630400" y="0"/>
                </a:lnTo>
                <a:lnTo>
                  <a:pt x="14630400" y="9751272"/>
                </a:lnTo>
                <a:lnTo>
                  <a:pt x="0" y="9751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8" t="0" r="-368" b="-698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75" y="0"/>
            <a:ext cx="14639550" cy="9753600"/>
          </a:xfrm>
          <a:custGeom>
            <a:avLst/>
            <a:gdLst/>
            <a:ahLst/>
            <a:cxnLst/>
            <a:rect r="r" b="b" t="t" l="l"/>
            <a:pathLst>
              <a:path h="9753600" w="14639550">
                <a:moveTo>
                  <a:pt x="0" y="0"/>
                </a:moveTo>
                <a:lnTo>
                  <a:pt x="14639550" y="0"/>
                </a:lnTo>
                <a:lnTo>
                  <a:pt x="1463955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75" y="3048"/>
            <a:ext cx="14634975" cy="9750552"/>
          </a:xfrm>
          <a:custGeom>
            <a:avLst/>
            <a:gdLst/>
            <a:ahLst/>
            <a:cxnLst/>
            <a:rect r="r" b="b" t="t" l="l"/>
            <a:pathLst>
              <a:path h="9750552" w="14634975">
                <a:moveTo>
                  <a:pt x="0" y="0"/>
                </a:moveTo>
                <a:lnTo>
                  <a:pt x="14634975" y="0"/>
                </a:lnTo>
                <a:lnTo>
                  <a:pt x="14634975" y="9750552"/>
                </a:lnTo>
                <a:lnTo>
                  <a:pt x="0" y="9750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71144"/>
            <a:ext cx="14630400" cy="8211312"/>
          </a:xfrm>
          <a:custGeom>
            <a:avLst/>
            <a:gdLst/>
            <a:ahLst/>
            <a:cxnLst/>
            <a:rect r="r" b="b" t="t" l="l"/>
            <a:pathLst>
              <a:path h="8211312" w="14630400">
                <a:moveTo>
                  <a:pt x="0" y="0"/>
                </a:moveTo>
                <a:lnTo>
                  <a:pt x="14630400" y="0"/>
                </a:lnTo>
                <a:lnTo>
                  <a:pt x="14630400" y="8211312"/>
                </a:lnTo>
                <a:lnTo>
                  <a:pt x="0" y="8211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DAHD0sEnc-M</dc:identifier>
  <dcterms:modified xsi:type="dcterms:W3CDTF">2011-08-01T06:04:30Z</dcterms:modified>
  <cp:revision>1</cp:revision>
  <dc:title>Tech Hunters</dc:title>
</cp:coreProperties>
</file>